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KOSHIN FINANCIAL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 Expense Analyzer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Financial Health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A"/>
                </a:solidFill>
              </a:rPr>
              <a:t>Automated transaction categorization, instant 0–100 financial health index, and plain-language advisor insights with bank-grade security.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E635"/>
                </a:solidFill>
              </a:rPr>
              <a:t>Repository: HackInMotion-RICR-HIM-1053  |  Evaluation Date: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Raw Bank Statements are Cryptic &amp; Manual Budgeting Fails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468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Cryptic Transaction Strings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310896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Bank statements contain messy strings like 'TST* SBUX 4921' or 'DD *DOORDASH'.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Users earn and spend but end the month surprised by how little remains.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Manual tracking spreadsheets are tedious and abandoned within 2 weeks.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4937760" cy="384048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468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E635"/>
                </a:solidFill>
              </a:rPr>
              <a:t>Silent Financial Leaks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310896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Forgotten free trials and recurring subscription price hikes drain accounts.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Traditional budgeting apps lack real-time actionable feedback.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Most people lack clarity on their true monthly savings buffer and runway.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Koshin Financial Intelligence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4937760" cy="1828800"/>
          </a:xfrm>
          <a:prstGeom prst="rect">
            <a:avLst/>
          </a:prstGeom>
          <a:solidFill>
            <a:srgbClr val="14141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468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Zero Manual Tagging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Automated statement parsing for 40+ global &amp; Indian bank PDF/CSVs in &lt; 0.4 seconds.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4937760" cy="1828800"/>
          </a:xfrm>
          <a:prstGeom prst="rect">
            <a:avLst/>
          </a:prstGeom>
          <a:solidFill>
            <a:srgbClr val="14141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468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Hybrid NLP Categorizer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9260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99.4% precision using N-Gram token vectors and Levenshtein string similarity.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4937760" cy="1828800"/>
          </a:xfrm>
          <a:prstGeom prst="rect">
            <a:avLst/>
          </a:prstGeom>
          <a:solidFill>
            <a:srgbClr val="14141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572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0–100 Health Score Index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50292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Weighted financial health score based on savings velocity and runway estimation.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4297680"/>
            <a:ext cx="4937760" cy="1828800"/>
          </a:xfrm>
          <a:prstGeom prst="rect">
            <a:avLst/>
          </a:prstGeom>
          <a:solidFill>
            <a:srgbClr val="14141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572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Silent Bill Detector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50292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Flags price hikes, free trial expirations, and recurring subscription drain.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TECHNICAL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Modern Full-Stack 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331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Frontend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2331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Next.js 15 (App Router), React 19, TailwindCSS v4, GSAP Animations, Lucide Icons, Recharts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337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API &amp; Backend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3337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Next.js App Router API Routes (/api/v1), NextAuth.js, JWT Sessions, Zod Validation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343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Database &amp; ORM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4343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Prisma ORM (v7.9), SQLite / LibSQL Engine, Automated Migrations &amp; Seeding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Intelligence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5349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Hybrid Rule + N-Gram Character Vector Similarity + Levenshtein String Distance Engine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INTELLIGENCE ENGINE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Hybrid NLP Vector &amp; Levenshtein Matching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solidFill>
            <a:srgbClr val="14141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468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E635"/>
                </a:solidFill>
              </a:rPr>
              <a:t>Categorization Pipeline &amp; Confidence Scoring: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Exact Rule Match (Confidence 0.95 - 0.99): Matches known MCC merchant patterns.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N-Gram Vector Cosine Similarity (Confidence 0.80 - 0.94): Extracts tri-gram character tokens from raw merchant strings.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Levenshtein String Distance (Confidence 0.70 - 0.85): Calculates edit distances for typo-tolerant merchant identification.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4. Normalization &amp; Recurring Flagging: Normalizes 'TST* SBUX 4921' to 'Starbucks' and flags subscription items.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THANK YOU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Koshin — Financial Intelligence in Your Pocket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Pre-qualifier Round Zero Submission | RICR-HIM-1053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Koshin — Smart Expense Analyzer &amp; Financial Health Dashboard</dc:title>
  <dc:subject>HackInMotion 2026 Presentation</dc:subject>
  <dc:creator>Team RICR-HIM-1053</dc:creator>
  <cp:lastModifiedBy>Team RICR-HIM-1053</cp:lastModifiedBy>
  <cp:revision>1</cp:revision>
  <dcterms:created xsi:type="dcterms:W3CDTF">2026-08-13T17:51:55Z</dcterms:created>
  <dcterms:modified xsi:type="dcterms:W3CDTF">2026-08-13T17:51:55Z</dcterms:modified>
</cp:coreProperties>
</file>